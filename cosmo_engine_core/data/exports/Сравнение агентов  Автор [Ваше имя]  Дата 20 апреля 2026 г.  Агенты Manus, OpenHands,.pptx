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Открывает страницу с заголовком. В данном случае речь пойдет о сравнительном анализе различных интеллектуальных помощников или агентов, для лучшего понимания их возможностей и отличий друг от друга. Подчеркнуть дату проведения обзора и названия участ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Приветствую участников. В рамках данного блока мы вводим основное понятие об агентах и их назначении. Также будем представлять краткое описание технологий Manus, OpenHands и Devin.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Сравните технические характеристики трех продуктов Manus, OpenHands и Devin. Подчеркните различия в поддержке операционных систем, языков программирования и функциональности.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Перечисляйте преимущества, чтобы подчеркнуть сильные стороны каждого продукта, без подробного объяснения. Задача состоит в том, чтобы привлечь аудиторию к дальнейшему обсуждению этих технологий.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0000" y="2540000"/>
            <a:ext cx="137414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Сравнение агентов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4064000"/>
            <a:ext cx="137414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[Ваше имя]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635000"/>
            <a:ext cx="15011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905000"/>
            <a:ext cx="15011400" cy="6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• Определение концепции агента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Назначение каждого из представленных агентов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Краткое описание технологии и платформы: Manus, OpenHands, Devin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635000"/>
            <a:ext cx="15011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Технические характеристики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905000"/>
            <a:ext cx="15011400" cy="6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• **Manus**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Операционная система поддержки: Windows, macOS X, Linux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Поддерживаемые языки программирования: Python, C++, Java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Функции и возможности: машинное обучение, NLP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**OpenHands**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Операционная система поддержки: Windows 10/11, Linux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Наиболее подходящие языки для разработки: JavaScript (Node.js), Python, Java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Функциональные возможности: виртуализация, облачные решения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**Devin**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Операционная система поддержки: Windows, macOS X, Linux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Язык программирования: TypeScript, JavaScript, NodeJS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Область применения: разработка UI/UX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635000"/>
            <a:ext cx="150114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Преимущества и недостатки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905000"/>
            <a:ext cx="15011400" cy="6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i="0" sz="1600" b="0">
                <a:solidFill>
                  <a:srgbClr val="000000"/>
                </a:solidFill>
                <a:latin typeface="Inter"/>
              </a:rPr>
              <a:t>• - Высокая производительность в машинном обучении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- Доступный API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- Эффективные инструменты для облачного разработки и виртуализации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- Комплементарность другим технологиям</a:t>
            </a:r>
          </a:p>
          <a:p>
            <a:r>
              <a:rPr i="0" sz="1600" b="0">
                <a:solidFill>
                  <a:srgbClr val="000000"/>
                </a:solidFill>
                <a:latin typeface="Inter"/>
              </a:rPr>
              <a:t>• - Превосходные инструменты для разработки пользовательского интерфейса (UI)</a:t>
            </a:r>
            <a:r>
              <a:t>
</a:t>
            </a:r>
            <a:r>
              <a:rPr i="0" sz="1600" b="0">
                <a:solidFill>
                  <a:srgbClr val="000000"/>
                </a:solidFill>
                <a:latin typeface="Inter"/>
              </a:rPr>
              <a:t>- Строгий дизайн и простота использования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