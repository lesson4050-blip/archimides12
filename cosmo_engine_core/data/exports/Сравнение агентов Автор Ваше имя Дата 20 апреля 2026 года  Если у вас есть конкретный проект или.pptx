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7"/>
    <p:sldId id="257" r:id="rId9"/>
    <p:sldId id="258" r:id="rId10"/>
    <p:sldId id="259" r:id="rId11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Приветствую. Если у вас есть конкретный проект или задачу, которую вы хотели бы обсудить, пожалуйста, свяжитесь со мной электронной почтой или через социальные сети. В этой секции нет слайдов для презентации, это просто контактная информация в конце.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этом разделе представлены три ключевых агента, которые автоматизируют работу роботов, обеспечивают промышленные решения и поддерживают ежедневный комфорт человека. Manus разрабатывает систему ИИ Стенфордского университета, OpenHands предлагает код,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этом разделе рассмотрены основные характеристики трех продуктов: Manus (автоматизация роботов и умных домов), OpenHands (платформа для рабочих рукавичек) и Devin (помощник для повседневной жизни).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Этот слайд показывает сравнение основных функциональных особенностей Manus, OpenHands и Devin. Подчеркнуть важность различия в поддержке функций между этими инструментами.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70000" y="2540000"/>
            <a:ext cx="137414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600" b="0">
                <a:solidFill>
                  <a:srgbClr val="000000"/>
                </a:solidFill>
                <a:latin typeface="Inter"/>
              </a:rPr>
              <a:t>Сравнение агентов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70000" y="4064000"/>
            <a:ext cx="137414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5000" y="635000"/>
            <a:ext cx="150114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600" b="0">
                <a:solidFill>
                  <a:srgbClr val="000000"/>
                </a:solidFill>
                <a:latin typeface="Inter"/>
              </a:rPr>
              <a:t>Описание агентов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1905000"/>
            <a:ext cx="15011400" cy="6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600" b="0">
                <a:solidFill>
                  <a:srgbClr val="000000"/>
                </a:solidFill>
                <a:latin typeface="Inter"/>
              </a:rPr>
              <a:t>• - Агент _Manus_: автоматизированное управление роботами и системой ИИ; разработан Стенфордским университетом.</a:t>
            </a:r>
          </a:p>
          <a:p>
            <a:r>
              <a:rPr i="0" sz="1600" b="0">
                <a:solidFill>
                  <a:srgbClr val="000000"/>
                </a:solidFill>
                <a:latin typeface="Inter"/>
              </a:rPr>
              <a:t>• - Платформа OpenHands: открытый исходный код для создания инструментальных рук для промышленных приложений;</a:t>
            </a:r>
          </a:p>
          <a:p>
            <a:r>
              <a:rPr i="0" sz="1600" b="0">
                <a:solidFill>
                  <a:srgbClr val="000000"/>
                </a:solidFill>
                <a:latin typeface="Inter"/>
              </a:rPr>
              <a:t>• - Компьютерный ассистент Devin: помогает в повседневной жизни; способен поддерживать разговоры с человеком.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5000" y="635000"/>
            <a:ext cx="150114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600" b="0">
                <a:solidFill>
                  <a:srgbClr val="000000"/>
                </a:solidFill>
                <a:latin typeface="Inter"/>
              </a:rPr>
              <a:t>Главные характеристики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1905000"/>
            <a:ext cx="15011400" cy="6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600" b="0">
                <a:solidFill>
                  <a:srgbClr val="000000"/>
                </a:solidFill>
                <a:latin typeface="Inter"/>
              </a:rPr>
              <a:t>• - Manus: автоматизация управления роботами, бэкенд для разработки умных домов, поддержка множества языков программирования и платформы Node.js.</a:t>
            </a:r>
          </a:p>
          <a:p>
            <a:r>
              <a:rPr i="0" sz="1600" b="0">
                <a:solidFill>
                  <a:srgbClr val="000000"/>
                </a:solidFill>
                <a:latin typeface="Inter"/>
              </a:rPr>
              <a:t>• - OpenHands: платформа рабочих рукавичек с легким интерфейсом настройки, автономной работой, гибкой архитектурой и возможностью расширения.</a:t>
            </a:r>
          </a:p>
          <a:p>
            <a:r>
              <a:rPr i="0" sz="1600" b="0">
                <a:solidFill>
                  <a:srgbClr val="000000"/>
                </a:solidFill>
                <a:latin typeface="Inter"/>
              </a:rPr>
              <a:t>• - Devin: помощник для управления повседневными задачами, интеграция с различными платформами и приложениями.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5000" y="635000"/>
            <a:ext cx="150114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600" b="0">
                <a:solidFill>
                  <a:srgbClr val="000000"/>
                </a:solidFill>
                <a:latin typeface="Inter"/>
              </a:rPr>
              <a:t>Сравнение функциональных особенностей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1905000"/>
            <a:ext cx="15011400" cy="6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600" b="0">
                <a:solidFill>
                  <a:srgbClr val="000000"/>
                </a:solidFill>
                <a:latin typeface="Inter"/>
              </a:rPr>
              <a:t>• - Управление роботами: Manus ✔️</a:t>
            </a:r>
            <a:r>
              <a:t>
</a:t>
            </a:r>
            <a:r>
              <a:rPr i="0" sz="1600" b="0">
                <a:solidFill>
                  <a:srgbClr val="000000"/>
                </a:solidFill>
                <a:latin typeface="Inter"/>
              </a:rPr>
              <a:t>- Интеграция умного дома: Manus ✔️, OpenHands ✖</a:t>
            </a:r>
            <a:r>
              <a:t>
</a:t>
            </a:r>
            <a:r>
              <a:rPr i="0" sz="1600" b="0">
                <a:solidFill>
                  <a:srgbClr val="000000"/>
                </a:solidFill>
                <a:latin typeface="Inter"/>
              </a:rPr>
              <a:t>- Создание промышленных рук: OpenHands ✔️</a:t>
            </a:r>
            <a:r>
              <a:t>
</a:t>
            </a:r>
            <a:r>
              <a:rPr i="0" sz="1600" b="0">
                <a:solidFill>
                  <a:srgbClr val="000000"/>
                </a:solidFill>
                <a:latin typeface="Inter"/>
              </a:rPr>
              <a:t>- Поддержка языков программирования: Manus ✔️</a:t>
            </a:r>
            <a:r>
              <a:t>
</a:t>
            </a:r>
            <a:r>
              <a:rPr i="0" sz="1600" b="0">
                <a:solidFill>
                  <a:srgbClr val="000000"/>
                </a:solidFill>
                <a:latin typeface="Inter"/>
              </a:rPr>
              <a:t>- Универсальный ассистент в повседневной жизни: Devin ✖</a:t>
            </a:r>
          </a:p>
          <a:p>
            <a:r>
              <a:rPr i="0" sz="1600" b="0">
                <a:solidFill>
                  <a:srgbClr val="000000"/>
                </a:solidFill>
                <a:latin typeface="Inter"/>
              </a:rPr>
              <a:t>• - Функциональности, поддерживаемые каждый из этих инструментов различаются. Manus подходит для управления роботами и интеграции с умным домом. OpenHands специализируется на создании промышленных рук.</a:t>
            </a:r>
          </a:p>
          <a:p>
            <a:r>
              <a:rPr i="0" sz="1600" b="0">
                <a:solidFill>
                  <a:srgbClr val="000000"/>
                </a:solidFill>
                <a:latin typeface="Inter"/>
              </a:rPr>
              <a:t>• - Devin не предоставляет всех функций, включая универсальный ассистент в повседневной жизни.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